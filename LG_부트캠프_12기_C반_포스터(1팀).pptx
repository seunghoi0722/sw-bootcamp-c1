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E9"/>
    <a:srgbClr val="F9F4E9"/>
    <a:srgbClr val="F9F4E7"/>
    <a:srgbClr val="DFC0AF"/>
    <a:srgbClr val="E8D2C6"/>
    <a:srgbClr val="EFE0D8"/>
    <a:srgbClr val="F2EDE1"/>
    <a:srgbClr val="921A36"/>
    <a:srgbClr val="C0392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1" d="100"/>
          <a:sy n="71" d="100"/>
        </p:scale>
        <p:origin x="3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7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06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83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69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97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7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5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7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8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39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39B78-1A94-4420-B269-6D8AFA4917B1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0ACA-ADCA-4A12-A0EE-F81433F62A3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34F6-2D06-BCEB-27AE-5A89DC0A97E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2757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3706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4F69-5026-C6D1-AB61-B5463792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63CDC0B-B24B-C547-CE29-16958265D2FC}"/>
              </a:ext>
            </a:extLst>
          </p:cNvPr>
          <p:cNvGrpSpPr/>
          <p:nvPr/>
        </p:nvGrpSpPr>
        <p:grpSpPr>
          <a:xfrm>
            <a:off x="-68866" y="0"/>
            <a:ext cx="6995733" cy="9906000"/>
            <a:chOff x="0" y="0"/>
            <a:chExt cx="6858000" cy="971096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53E0AD4-7A5B-AE0F-27C3-3973A4F66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858000" cy="503112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47A9C15-02D5-A578-8E01-A0E84BDB9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31121"/>
              <a:ext cx="6858000" cy="4679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301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9C0044F-460D-F4CE-52E8-2D0F0F32C6B3}"/>
              </a:ext>
            </a:extLst>
          </p:cNvPr>
          <p:cNvGrpSpPr/>
          <p:nvPr/>
        </p:nvGrpSpPr>
        <p:grpSpPr>
          <a:xfrm>
            <a:off x="-87406" y="-10389"/>
            <a:ext cx="7032812" cy="9926779"/>
            <a:chOff x="26894" y="0"/>
            <a:chExt cx="6858000" cy="968003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07FFEF1-FDB5-E25A-384D-544A792A1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94" y="0"/>
              <a:ext cx="6858000" cy="557471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88A408A-FD9D-B470-FF8F-39235B824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2"/>
            <a:stretch>
              <a:fillRect/>
            </a:stretch>
          </p:blipFill>
          <p:spPr>
            <a:xfrm>
              <a:off x="40341" y="5574713"/>
              <a:ext cx="6817659" cy="4105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039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1715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황선영/연구원/Performance&amp;Stability Unit</dc:creator>
  <cp:lastModifiedBy>황선영/연구원/Performance&amp;Stability Unit</cp:lastModifiedBy>
  <cp:revision>8</cp:revision>
  <dcterms:created xsi:type="dcterms:W3CDTF">2026-04-21T01:58:08Z</dcterms:created>
  <dcterms:modified xsi:type="dcterms:W3CDTF">2026-04-22T07:33:15Z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2026-04-21T02:08:33Z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9d3a22b1-a423-4d40-bb52-ddc71e2e87f9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테마:8</vt:lpwstr>
  </property>
  <property fmtid="{D5CDD505-2E9C-101B-9397-08002B2CF9AE}" pid="11" name="ClassificationContentMarkingHeaderText">
    <vt:lpwstr>LGE Internal Use Only</vt:lpwstr>
  </property>
</Properties>
</file>